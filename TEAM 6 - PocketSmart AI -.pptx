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173A-A225-4172-A8DD-8A6A8251A87A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979DC-EB17-400A-910A-7A60128E8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979DC-EB17-400A-910A-7A60128E8C8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2E555-D352-4C3C-B9F8-9171C3447B6B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D0EBC-D0A1-40BE-B7D5-99B2E3B1A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PocketSmart</a:t>
            </a:r>
            <a:r>
              <a:rPr lang="en-US" dirty="0"/>
              <a:t> AI: Your Smart Budget &amp; Recommendation Assistant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err="1" smtClean="0">
                <a:solidFill>
                  <a:schemeClr val="tx1"/>
                </a:solidFill>
              </a:rPr>
              <a:t>Santhosh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Siddeshwaran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Murukesa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Moorthy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Muthamil</a:t>
            </a:r>
            <a:r>
              <a:rPr lang="en-US" dirty="0" smtClean="0">
                <a:solidFill>
                  <a:schemeClr val="tx1"/>
                </a:solidFill>
              </a:rPr>
              <a:t> V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PocketSmart</a:t>
            </a:r>
            <a:r>
              <a:rPr lang="en-US" dirty="0" smtClean="0"/>
              <a:t> AI: Your Smart Budget &amp; Recommendation Assistant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An AI-powered personal finance assistant for smarter everyday spending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•Helps users track income, expenses and budgets in one place.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•Uses AI </a:t>
            </a:r>
            <a:r>
              <a:rPr lang="en-US" dirty="0" err="1" smtClean="0"/>
              <a:t>toidentify</a:t>
            </a:r>
            <a:r>
              <a:rPr lang="en-US" dirty="0" smtClean="0"/>
              <a:t> spending patterns and provide useful recommendations.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•Supports better financial planning through simple insights and alerts.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•Goal: make personal budgeting easier, clearer and more personalized.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68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ProblemStatement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Many people find it difficult </a:t>
            </a:r>
            <a:r>
              <a:rPr lang="en-US" dirty="0" err="1" smtClean="0"/>
              <a:t>tomanage</a:t>
            </a:r>
            <a:r>
              <a:rPr lang="en-US" dirty="0" smtClean="0"/>
              <a:t> daily finances effectively.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•Expenses are often scattered across different apps, notes or accounts.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•Users may not </a:t>
            </a:r>
            <a:r>
              <a:rPr lang="en-US" dirty="0" err="1" smtClean="0"/>
              <a:t>knowwhere</a:t>
            </a:r>
            <a:r>
              <a:rPr lang="en-US" dirty="0" smtClean="0"/>
              <a:t> their money is being spent.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•Overspending can happen when there is </a:t>
            </a:r>
            <a:r>
              <a:rPr lang="en-US" dirty="0" err="1" smtClean="0"/>
              <a:t>noclear</a:t>
            </a:r>
            <a:r>
              <a:rPr lang="en-US" dirty="0" smtClean="0"/>
              <a:t> budget or alert system.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•Generic financial advice may not match an individual's spending habits.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•Manual tracking can be time-consuming and easy to forget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Proposed Solution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Pocket Smart AI combines budgeting, analysis and personalized recommendations.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•Users enter or import income and expense information.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•The system categorizes expenses such as food, travel, bills and shopping.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•AI analyzes spending patterns and compares them with the user's budget.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•The assistant provides personalized suggestions </a:t>
            </a:r>
            <a:r>
              <a:rPr lang="en-US" dirty="0" err="1" smtClean="0"/>
              <a:t>tocontrol</a:t>
            </a:r>
            <a:r>
              <a:rPr lang="en-US" dirty="0" smtClean="0"/>
              <a:t> unnecessary spending.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•Users can monitor progress and adjust their budget based on insights.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503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Key Features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Core features designed for simple and smart money management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•Smart Expense Tracking — record and categorize daily expenses. •Budget Planner — set monthly or category-based spending limits. •AI Recommendations — receive personalized saving and spending suggestions.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•Spending Alerts — get notified when spending approaches a limit. •Expense Insights — </a:t>
            </a:r>
            <a:r>
              <a:rPr lang="en-US" dirty="0" err="1" smtClean="0"/>
              <a:t>viewpatterns</a:t>
            </a:r>
            <a:r>
              <a:rPr lang="en-US" dirty="0" smtClean="0"/>
              <a:t>, trends and major spending categories.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•Goal Tracking — plan toward savings goals such as education, travel or emergency funds.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1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Benefits &amp; Future Scope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Potential value for users and future improvements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•Makes budgeting easier for students, employees and families. •Helps users understand spending habits and plan expenses. •Reduces manual effort through automated categorization and insights.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•Future: voice-based expense entry and multilingual support. •Future: personalized financial dashboards and advanced goal planning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. • Future: integration with supported banking or payment services, with strong privacy and security controls.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•AI recommendations should be treated as guidance, not as professional financial advice.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414</Words>
  <Application>Microsoft Office PowerPoint</Application>
  <PresentationFormat>On-screen Show (4:3)</PresentationFormat>
  <Paragraphs>39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PocketSmart AI: Your Smart Budget &amp; Recommendation Assistant 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AI: Your Smart Budget &amp; Recommendation Assistant</dc:title>
  <dc:creator>Student</dc:creator>
  <cp:lastModifiedBy>Student</cp:lastModifiedBy>
  <cp:revision>6</cp:revision>
  <dcterms:created xsi:type="dcterms:W3CDTF">2026-09-30T08:19:53Z</dcterms:created>
  <dcterms:modified xsi:type="dcterms:W3CDTF">2026-09-30T09:07:34Z</dcterms:modified>
</cp:coreProperties>
</file>